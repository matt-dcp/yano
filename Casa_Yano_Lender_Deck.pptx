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Yano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 W Yanonali St, Santa Barbara, CA 93101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6-Unit Short-Term Rental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13716"/>
          </a:xfrm>
          <a:prstGeom prst="rect">
            <a:avLst/>
          </a:prstGeom>
          <a:solidFill>
            <a:srgbClr val="C5A55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Presentation  —  April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Driven Capital Partners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 March 2024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price: $2,475,000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Gut Renovation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costs: $1,406K  |  Soft costs: $160K  (Oct 2024 – Nov 2025)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Commenced Dec 18, 2025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days operating with strong revenue ramp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Refinance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Recapitalize construction basis with stabilized debt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0" y="1051560"/>
            <a:ext cx="3200400" cy="3474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508760"/>
            <a:ext cx="2834640" cy="1371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Basis (QBO)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$4,200,000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Debt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0391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$1,500,000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2386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NOI (Projected)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23865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$356,201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734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734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Value (6% Cap)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081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$5,937,000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solidFill>
            <a:srgbClr val="F5ECD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Basis: $4.2M</a:t>
            </a:r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NOI: $356K</a:t>
            </a:r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ctr" indent="0" marL="0">
              <a:buNone/>
            </a:pPr>
            <a:r>
              <a:rPr lang="en-US" sz="1200" b="1" dirty="0">
                <a:solidFill>
                  <a:srgbClr val="A6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Value: $5.94M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&amp; Renovation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86000" cy="1371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gut renovation to studs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foundation with pylon underpinning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framing, windows, roof, stucco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new plumbing &amp; electrical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insulation, drywall, mini splits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new interiors: flooring, kitchens, baths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hardscape &amp; landscape throughout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1828800" cy="1371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1645920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029968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begins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2414016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3225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3225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complete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798064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27066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706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booking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3182112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30906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operational ramp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768096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160520"/>
            <a:ext cx="4526280" cy="685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605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$2,475,000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4160520"/>
            <a:ext cx="286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
</a:t>
            </a:r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$1,566,000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21701" y="4160520"/>
            <a:ext cx="290779" cy="685800"/>
          </a:xfrm>
          <a:prstGeom prst="rect">
            <a:avLst/>
          </a:prstGeom>
          <a:solidFill>
            <a:srgbClr val="F5ECD7"/>
          </a:solidFill>
          <a:ln/>
        </p:spPr>
      </p:sp>
      <p:sp>
        <p:nvSpPr>
          <p:cNvPr id="29" name="Text 27"/>
          <p:cNvSpPr/>
          <p:nvPr/>
        </p:nvSpPr>
        <p:spPr>
          <a:xfrm>
            <a:off x="8121701" y="4160520"/>
            <a:ext cx="2907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Costs*
</a:t>
            </a:r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$159,000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Capitalized Basis: $4,200,000 (per QBO)    *Capitalized interest, insurance &amp; taxes during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Year-to-Date Operating Performance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Occupancy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$40,041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$54,065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$72,555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383280"/>
            <a:ext cx="182880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$234K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Gross Revenue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+ April booked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97480" y="3383280"/>
            <a:ext cx="182880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9748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→ 88%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69748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Trend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974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Q1 ramp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3383280"/>
            <a:ext cx="182880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6344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ADR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634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channels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629400" y="3383280"/>
            <a:ext cx="182880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294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88.8%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62940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Margin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2940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of OTA fees &amp; taxes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Revenue on the Books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5156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Booked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$72,555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$72,555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$70,468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$79,704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$27,997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A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$86,526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$82,134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$53,130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$14,827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A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$56,595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$3,729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51560"/>
            <a:ext cx="2468880" cy="1463040"/>
          </a:xfrm>
          <a:prstGeom prst="rect">
            <a:avLst/>
          </a:prstGeom>
          <a:solidFill>
            <a:srgbClr val="F5ECD7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FORWARD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1792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$192,764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21792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9 months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743200"/>
            <a:ext cx="2468880" cy="1005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fully booked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at 65%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bookings provide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visibility beyond actuals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bookings represent confirmed reservations with deposits received. PF targets based on seasonal model calibrated from actual performance.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Pro Forma — Blended Forecast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51560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Gross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$761,792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OTA Commissions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($81,796)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Taxes (TOT)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($72,649)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Processing Fees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($5,401)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to 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$677,157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Direct OpEx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($180,598)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Management Fee (10%)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($76,179)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Property Tax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($26,679)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Insurance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($13,500)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Other Fixed Costs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($24,000)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Operating Income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$356,201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097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$762K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3680" y="1481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$677K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22585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to Owner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$356K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83680" y="3035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0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46.4%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3813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 Margin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forma blends 3 months of closed actuals with seasonal projections calibrated from actual performance. Model back-tests at 4.9% mean absolute error.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Casa Yano — Lender Presentation</dc:title>
  <dc:subject>PptxGenJS Presentation</dc:subject>
  <dc:creator>Driven Capital Partners</dc:creator>
  <cp:lastModifiedBy>Driven Capital Partners</cp:lastModifiedBy>
  <cp:revision>1</cp:revision>
  <dcterms:created xsi:type="dcterms:W3CDTF">2026-04-14T18:09:58Z</dcterms:created>
  <dcterms:modified xsi:type="dcterms:W3CDTF">2026-04-14T18:09:58Z</dcterms:modified>
</cp:coreProperties>
</file>